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CRED SHIELD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200">
                <a:solidFill>
                  <a:srgbClr val="F5F8FC"/>
                </a:solidFill>
              </a:defRPr>
            </a:pPr>
            <a:r>
              <a:t>AI-Powered Credential Exposure &amp; Password Security Platform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5F8FC"/>
                </a:solidFill>
              </a:defRPr>
            </a:pPr>
            <a:r>
              <a:t>Cybersecurity &amp; Defense — Track 3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5F8FC"/>
                </a:solidFill>
              </a:defRPr>
            </a:pPr>
            <a:r>
              <a:t>Detect. Protect. Strengthen Every Credential.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Team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Team Name: CredShield AI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Team Size: 4 Members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Harsha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Partha R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Lava S V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Tejas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Selected 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Track 3: Cybersecurity &amp; Defense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Focus: Password Security + Credential Exposure + AI-Based Risk Analysis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Protect users from weak passwords, password reuse, credential exposure and compromised accounts.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Goal: identify and explain credential risk before it becomes an account compromise.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Problem Being Addressed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Users often create short, predictable or commonly used passwords.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Passwords are frequently reused across multiple accounts.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Users may not know when their credentials have been exposed in a data breach.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Existing password-strength checkers mainly tell users whether a password is strong or weak.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Users often don't know what action to take after discovering a credential risk.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Problem Statement: How can we help users identify and understand credential risks before they lead to account compromise?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Project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CredShield AI is an intelligent credential-security platform.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Analyzes password strength.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Checks authorized credential-exposure indicators.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Calculates an overall security-risk score.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Uses AI to explain the risk.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Provides prioritized security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Proposed Solution —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1. User: Email / account identifier + password analysis.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2. Analyze: Local password strength + exposure indicators.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3. Risk: Combine signals into a security-risk score.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4. Explain: AI explains the risk in simple language.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5. Act: Provide prioritized security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Example — Credential Risk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15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rPr dirty="0"/>
              <a:t>• Input: Email: user@example.com</a:t>
            </a:r>
          </a:p>
          <a:p>
            <a:pPr algn="just">
              <a:lnSpc>
                <a:spcPct val="150000"/>
              </a:lnSpc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rPr dirty="0"/>
              <a:t>• Security Score: 68/100</a:t>
            </a:r>
          </a:p>
          <a:p>
            <a:pPr algn="just">
              <a:lnSpc>
                <a:spcPct val="150000"/>
              </a:lnSpc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rPr dirty="0"/>
              <a:t>• Password Strength: STRONG</a:t>
            </a:r>
          </a:p>
          <a:p>
            <a:pPr algn="just">
              <a:lnSpc>
                <a:spcPct val="150000"/>
              </a:lnSpc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rPr dirty="0"/>
              <a:t>• Exposure Risk: HIGH</a:t>
            </a:r>
            <a:r>
              <a:rPr lang="en-IN" dirty="0"/>
              <a:t>posure Indicator: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Authorized/controlled demo indicator —not a real-time breach lookup.</a:t>
            </a:r>
            <a:endParaRPr dirty="0"/>
          </a:p>
          <a:p>
            <a:pPr algn="just">
              <a:lnSpc>
                <a:spcPct val="150000"/>
              </a:lnSpc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rPr dirty="0"/>
              <a:t>• Reuse Risk: MEDIUM</a:t>
            </a:r>
          </a:p>
          <a:p>
            <a:pPr algn="just">
              <a:lnSpc>
                <a:spcPct val="150000"/>
              </a:lnSpc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rPr dirty="0"/>
              <a:t>• MFA Protection: ENABLED</a:t>
            </a:r>
          </a:p>
          <a:p>
            <a:pPr algn="just">
              <a:lnSpc>
                <a:spcPct val="150000"/>
              </a:lnSpc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rPr dirty="0"/>
              <a:t>• AI Recommendation: Use a unique password, enable MFA, and review recent account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Basic 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React + Vite → Web dashboard / user interface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FastAPI → REST API and request handling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Security Engine → Password strength + exposure + risk logic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AI Advisor → Natural-language explanation and recommendations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MongoDB → Non-sensitive application metadata /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Technologies We Plan to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Frontend: React.js, Vite, CSS, Recharts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Backend: Python, FastAPI, REST API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AI/ML: Python, Scikit-learn, LLM-based explanation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Database: MongoDB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Security: Password hashing, privacy-preserving processing, MFA recommendations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Development: Git &amp; GitHub, VS Code, Postman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What Makes Our Approach Different?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Traditional password checker: Password → Strong / Weak.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CredShield AI: Password / Account → Strength Analysis → Exposure Indicators → Reuse Risk → Overall Risk Score → AI Explanation → Prioritized Actions.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Key Difference: We provide a broader view of credential risk and tell users what to do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Privacy &amp; Security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Raw passwords will not be stored in the application.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Password analysis can be performed locally where possible.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Secure hashing techniques will be used.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Exposure checking will use authorized/public indicators or controlled demo data.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No real credential theft or unauthorized access will be performed.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The prototype is designed for defensive cybersecurity.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Expected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For Users: Better password practices, reduced password reuse, improved security awareness, early identification of credential risks.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For Organizations: Better security awareness, easier identification of risky accounts, increased MFA adoption.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For Cybersecurity: AI-assisted credential-risk analysis, actionable security recommendations, easy-to-understand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51560" cy="45720"/>
          </a:xfrm>
          <a:prstGeom prst="rect">
            <a:avLst/>
          </a:prstGeom>
          <a:solidFill>
            <a:srgbClr val="2C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200">
                <a:solidFill>
                  <a:srgbClr val="F5F8FC"/>
                </a:solidFill>
              </a:defRPr>
            </a:pPr>
            <a:r>
              <a:t>CRED SHIELD AI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5F8FC"/>
                </a:solidFill>
              </a:defRPr>
            </a:pPr>
            <a:r>
              <a:t>Detect → Analyze → Explain → Protect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5F8FC"/>
                </a:solidFill>
              </a:defRPr>
            </a:pPr>
            <a:r>
              <a:t>Don't wait for an account breach. Know your credential risk.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5F8FC"/>
                </a:solidFill>
              </a:defRPr>
            </a:pPr>
            <a:r>
              <a:t>Harsha • Partha R • Lava S V • Tejas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723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Partha R</dc:creator>
  <cp:keywords/>
  <dc:description>generated using python-pptx</dc:description>
  <cp:lastModifiedBy>Partha R</cp:lastModifiedBy>
  <cp:revision>2</cp:revision>
  <dcterms:created xsi:type="dcterms:W3CDTF">2013-01-27T09:14:16Z</dcterms:created>
  <dcterms:modified xsi:type="dcterms:W3CDTF">2026-09-28T15:58:12Z</dcterms:modified>
  <cp:category/>
</cp:coreProperties>
</file>